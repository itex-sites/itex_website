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17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E3117-81BD-FF0B-D83E-17C072F18C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541F13-3394-17C7-0D90-B9315851E3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CD1B6-FB57-2D56-40C4-35CCA685A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E7F4-356F-4227-9C99-C227B2C4BAFA}" type="datetimeFigureOut">
              <a:rPr lang="en-CA" smtClean="0"/>
              <a:t>2025-10-25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5703B-A66D-D650-A7A8-31EDE9A61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EE173-3C94-DB65-589E-16CD84E8A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6A783-3F95-48F4-A376-D5A38419AE4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5777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DF667-4F24-41FA-4A6E-E25470908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628DF-D134-D19C-FEDD-8D81B5F85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C46C4-9D04-2DD8-F6B4-55DEE1D1A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E7F4-356F-4227-9C99-C227B2C4BAFA}" type="datetimeFigureOut">
              <a:rPr lang="en-CA" smtClean="0"/>
              <a:t>2025-10-25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CD60F-F28E-615E-88DB-AC6855CB2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D598D-55EF-805E-4F89-A52AD2825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6A783-3F95-48F4-A376-D5A38419AE4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9394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282D9-0280-8B14-2AB8-93601EDB5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5CD72-D1C3-F861-263E-970C17B6B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6BBF8-ADC2-3503-EFF3-ADAE36CED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E7F4-356F-4227-9C99-C227B2C4BAFA}" type="datetimeFigureOut">
              <a:rPr lang="en-CA" smtClean="0"/>
              <a:t>2025-10-25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A0A58-E201-C8AE-3B16-B3D4CC192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CCB8F-9581-AC4B-1EDE-20C6B5093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6A783-3F95-48F4-A376-D5A38419AE4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3234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BC2B3-794F-4CE6-F187-8E03BC947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5A217-D71C-A489-7F8F-8D0F00D741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705CEA-8A4F-C730-7CE7-C3C3F5545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14D1F-2C86-D3F6-0680-7CF70C3DF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E7F4-356F-4227-9C99-C227B2C4BAFA}" type="datetimeFigureOut">
              <a:rPr lang="en-CA" smtClean="0"/>
              <a:t>2025-10-25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7DA81E-591F-DFB9-745B-242860B37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EA9D89-7CBD-FD4C-92D6-6BE389161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6A783-3F95-48F4-A376-D5A38419AE4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6351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44A2A-7E4E-7D2A-74BA-F3EF87D5B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144F-7473-20C7-A6B9-658B64FA6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5F0D2E-640B-C5E7-E61A-298B45CEC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6B2C29-E76B-B4F1-D5A5-2618F1522B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92D9D-1171-6DCA-EDF7-8686615B24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B254DE-111C-7062-A884-770CFCCB7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E7F4-356F-4227-9C99-C227B2C4BAFA}" type="datetimeFigureOut">
              <a:rPr lang="en-CA" smtClean="0"/>
              <a:t>2025-10-25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31DCF0-9642-8A3E-97E6-1D06FD779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A10153-51B6-3414-6D5D-F7E014281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6A783-3F95-48F4-A376-D5A38419AE4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5041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54A18-6E24-235C-F867-FBBBDAD7B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89E8FB-E0CA-1C11-16F6-725B2CF53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E7F4-356F-4227-9C99-C227B2C4BAFA}" type="datetimeFigureOut">
              <a:rPr lang="en-CA" smtClean="0"/>
              <a:t>2025-10-25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D5371A-4C3E-DF07-EF88-A9FD0305D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EFE782-2A22-1652-E673-DCB42B979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6A783-3F95-48F4-A376-D5A38419AE4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9442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48BADB-0CAE-19AF-E602-9DF2C9C05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E7F4-356F-4227-9C99-C227B2C4BAFA}" type="datetimeFigureOut">
              <a:rPr lang="en-CA" smtClean="0"/>
              <a:t>2025-10-25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24F703-3D08-0D6F-A572-DCCACD4FE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A9E35-459D-2D7D-E909-684DA8E6C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6A783-3F95-48F4-A376-D5A38419AE4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3645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22D4E-FF7D-C683-CB7C-CD61F26F9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1AB59-E28B-4A33-085D-9C9B7FD98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871E22-7383-E1D5-DF79-FC6A19D15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013D67-573C-1381-C011-A22AF6021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E7F4-356F-4227-9C99-C227B2C4BAFA}" type="datetimeFigureOut">
              <a:rPr lang="en-CA" smtClean="0"/>
              <a:t>2025-10-25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161AB-C4EB-0375-C84A-E2DD6263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F76881-2B8C-F697-AE19-F2E2452F8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6A783-3F95-48F4-A376-D5A38419AE4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7525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20746-E381-5D3D-07FE-9FDB73A73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9A9E87-4AEC-AE46-EB54-4964ED3FB0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B6FD7-6D4A-52B3-FE5A-A23BA03B5E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2F4FDE-ED9D-DE2E-71AE-0D75C5235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E7F4-356F-4227-9C99-C227B2C4BAFA}" type="datetimeFigureOut">
              <a:rPr lang="en-CA" smtClean="0"/>
              <a:t>2025-10-25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594D58-4F33-9DB7-FA03-F0774533F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F43450-7B30-9BEB-ED91-AA2223AD2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6A783-3F95-48F4-A376-D5A38419AE4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5408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29D0D-36B8-EEFD-9902-C0A70343A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544428-47C6-156F-230C-6A6465540D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BF071-0F2A-64CA-6AF3-6C351254C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E7F4-356F-4227-9C99-C227B2C4BAFA}" type="datetimeFigureOut">
              <a:rPr lang="en-CA" smtClean="0"/>
              <a:t>2025-10-25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F7D8F-2BE9-8B52-8E01-E5C20BC7B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637CF-72D4-BF0A-710D-4E1D8DAA8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6A783-3F95-48F4-A376-D5A38419AE4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0058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8F857C-CC15-3A20-C433-C43EE0401C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84862E-BEFF-81D3-2508-8C81135A8D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B1D66-8B60-8545-C913-1499E5D45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2E7F4-356F-4227-9C99-C227B2C4BAFA}" type="datetimeFigureOut">
              <a:rPr lang="en-CA" smtClean="0"/>
              <a:t>2025-10-25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F131B-1A29-F5A9-8BFD-5B33B7DA5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784C0-3F6D-5A5A-5BA5-A439D23AE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6A783-3F95-48F4-A376-D5A38419AE4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1449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BBD6C2-ADAA-1481-AB59-1C5997F68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379658-9FFF-C178-B9BA-0ECE2375B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3E8DA-7222-0DA0-7A7D-18B989A9F2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B2E7F4-356F-4227-9C99-C227B2C4BAFA}" type="datetimeFigureOut">
              <a:rPr lang="en-CA" smtClean="0"/>
              <a:t>2025-10-25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CFF95-E6B6-767A-CA38-EBDF3F129D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E9915-B8CC-A381-2DFE-F611F360CF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6A783-3F95-48F4-A376-D5A38419AE4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7762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logo of a plant&#10;&#10;AI-generated content may be incorrect.">
            <a:extLst>
              <a:ext uri="{FF2B5EF4-FFF2-40B4-BE49-F238E27FC236}">
                <a16:creationId xmlns:a16="http://schemas.microsoft.com/office/drawing/2014/main" id="{B85F0C13-467E-DB25-34A2-896472745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362" y="599440"/>
            <a:ext cx="3982720" cy="5974080"/>
          </a:xfrm>
          <a:prstGeom prst="rect">
            <a:avLst/>
          </a:prstGeom>
        </p:spPr>
      </p:pic>
      <p:pic>
        <p:nvPicPr>
          <p:cNvPr id="9" name="Picture 8" descr="A close-up of a symbol&#10;&#10;AI-generated content may be incorrect.">
            <a:extLst>
              <a:ext uri="{FF2B5EF4-FFF2-40B4-BE49-F238E27FC236}">
                <a16:creationId xmlns:a16="http://schemas.microsoft.com/office/drawing/2014/main" id="{E4B0F3DE-D880-3545-7804-16C2D3AF4B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7215" y="441960"/>
            <a:ext cx="4224135" cy="5974080"/>
          </a:xfrm>
          <a:prstGeom prst="rect">
            <a:avLst/>
          </a:prstGeom>
        </p:spPr>
      </p:pic>
      <p:pic>
        <p:nvPicPr>
          <p:cNvPr id="12" name="Picture 11" descr="A logo of a plant&#10;&#10;AI-generated content may be incorrect.">
            <a:extLst>
              <a:ext uri="{FF2B5EF4-FFF2-40B4-BE49-F238E27FC236}">
                <a16:creationId xmlns:a16="http://schemas.microsoft.com/office/drawing/2014/main" id="{37CF3D6B-CB05-EE6D-1D77-1338DB1B4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25" t="24830" r="67158" b="64286"/>
          <a:stretch>
            <a:fillRect/>
          </a:stretch>
        </p:blipFill>
        <p:spPr>
          <a:xfrm flipH="1">
            <a:off x="5466080" y="2032000"/>
            <a:ext cx="629920" cy="65024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1869820C-4D6A-F295-A8A2-FF57C6F433DD}"/>
              </a:ext>
            </a:extLst>
          </p:cNvPr>
          <p:cNvGrpSpPr/>
          <p:nvPr/>
        </p:nvGrpSpPr>
        <p:grpSpPr>
          <a:xfrm>
            <a:off x="-72550" y="901493"/>
            <a:ext cx="3680779" cy="4770533"/>
            <a:chOff x="-72550" y="901493"/>
            <a:chExt cx="3680779" cy="4770533"/>
          </a:xfrm>
        </p:grpSpPr>
        <p:pic>
          <p:nvPicPr>
            <p:cNvPr id="5" name="Picture 4" descr="A sign with a plant and snowflake&#10;&#10;AI-generated content may be incorrect.">
              <a:extLst>
                <a:ext uri="{FF2B5EF4-FFF2-40B4-BE49-F238E27FC236}">
                  <a16:creationId xmlns:a16="http://schemas.microsoft.com/office/drawing/2014/main" id="{081B4D37-3B34-A812-AB00-EA0873667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550" y="901493"/>
              <a:ext cx="3680779" cy="4770533"/>
            </a:xfrm>
            <a:prstGeom prst="rect">
              <a:avLst/>
            </a:prstGeom>
          </p:spPr>
        </p:pic>
        <p:pic>
          <p:nvPicPr>
            <p:cNvPr id="14" name="Picture 13" descr="A logo of a plant&#10;&#10;AI-generated content may be incorrect.">
              <a:extLst>
                <a:ext uri="{FF2B5EF4-FFF2-40B4-BE49-F238E27FC236}">
                  <a16:creationId xmlns:a16="http://schemas.microsoft.com/office/drawing/2014/main" id="{62D49DC3-A314-5C4D-CBAB-282E491B9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410" t="65305" r="56477" b="15647"/>
            <a:stretch>
              <a:fillRect/>
            </a:stretch>
          </p:blipFill>
          <p:spPr>
            <a:xfrm>
              <a:off x="888852" y="4291670"/>
              <a:ext cx="599440" cy="945596"/>
            </a:xfrm>
            <a:prstGeom prst="rect">
              <a:avLst/>
            </a:prstGeom>
          </p:spPr>
        </p:pic>
        <p:pic>
          <p:nvPicPr>
            <p:cNvPr id="15" name="Picture 14" descr="A logo of a plant&#10;&#10;AI-generated content may be incorrect.">
              <a:extLst>
                <a:ext uri="{FF2B5EF4-FFF2-40B4-BE49-F238E27FC236}">
                  <a16:creationId xmlns:a16="http://schemas.microsoft.com/office/drawing/2014/main" id="{C42E4B6D-E8A7-B53C-24ED-4F4F7333FB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410" t="65305" r="56477" b="15647"/>
            <a:stretch>
              <a:fillRect/>
            </a:stretch>
          </p:blipFill>
          <p:spPr>
            <a:xfrm>
              <a:off x="618399" y="3586480"/>
              <a:ext cx="447040" cy="705190"/>
            </a:xfrm>
            <a:prstGeom prst="rect">
              <a:avLst/>
            </a:prstGeom>
          </p:spPr>
        </p:pic>
        <p:pic>
          <p:nvPicPr>
            <p:cNvPr id="16" name="Picture 15" descr="A logo of a plant&#10;&#10;AI-generated content may be incorrect.">
              <a:extLst>
                <a:ext uri="{FF2B5EF4-FFF2-40B4-BE49-F238E27FC236}">
                  <a16:creationId xmlns:a16="http://schemas.microsoft.com/office/drawing/2014/main" id="{9172FFC2-9FDA-44B7-70BD-2EB91AE21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410" t="65305" r="56477" b="15647"/>
            <a:stretch>
              <a:fillRect/>
            </a:stretch>
          </p:blipFill>
          <p:spPr>
            <a:xfrm>
              <a:off x="392158" y="4281510"/>
              <a:ext cx="373561" cy="589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06678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Cassandra Elphinstone</dc:creator>
  <cp:lastModifiedBy>Cassandra Elphinstone</cp:lastModifiedBy>
  <cp:revision>1</cp:revision>
  <dcterms:created xsi:type="dcterms:W3CDTF">2025-10-25T11:14:48Z</dcterms:created>
  <dcterms:modified xsi:type="dcterms:W3CDTF">2025-10-25T11:29:44Z</dcterms:modified>
</cp:coreProperties>
</file>